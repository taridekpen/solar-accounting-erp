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omePC\Documents\accounting_software\docs\presentations\assets\hero-solar-busine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>
              <a:alpha val="5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1920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system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40080" y="26060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in the background for every important action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5394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&amp; Inverter Co. · One company · Many branches · NGN · API-owned ledgers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guide first, then the machinery behind each click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app, sign in, and move around the shell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request pipeline (browser → guards → services → PostgreSQL)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Money, branch scope, CSRF, and permissions on every call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Action-by-action: dashboard, sales, purchases, inventory, expenses, banking, projects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Reports, closing, payroll, settings, documents, notifications, data import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never happens in the browser (financial calculations)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(local)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do vs what the stack starts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starts in the background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Node 22 and pnpm; start Docker Compose (Postgres on 5433, Redis, optional API/web containers).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.env values; run migrate and seed on solar_accounting.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 dev — web on :5173, API on :3000.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login page; use the seeded admin (after MFA if required).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sidebar to open modules your role can see.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connects to PostgreSQL; seed creates company, HO branch, CoA, roles, mappings, admin user.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 loads modules, validates env, enables CORS for WEB_ORIGIN.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+ BullMQ system queue come online; /health checks all three.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serves React; React Query will call the API with credentials.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version in system_metadata marks the migrated level (currently 16).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shell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Navigation, branches, and independent scrolling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lists only routes allowed by your permissions (operations vs records groups).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Header: branch filter (all / one / many assigned branches), date range for the dashboard, theme, notifications, account.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branches stores IDs in the UI store; every later API call sends X-Branch-Ids to narrow scope.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content scrolls in its own pane; the sidebar nav scrolls separately and stays viewport-tall.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hamburger opens the same sidebar as a drawer; overlay closes it.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sits outside the shell; after session + MFA (if needed) you land on the dashboard.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background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protected action follows this path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18008" y="1417320"/>
            <a:ext cx="1592580" cy="960120"/>
          </a:xfrm>
          <a:prstGeom prst="roundRect">
            <a:avLst/>
          </a:prstGeom>
          <a:solidFill>
            <a:srgbClr val="1B6CA8"/>
          </a:solidFill>
          <a:ln/>
        </p:spPr>
      </p:sp>
      <p:sp>
        <p:nvSpPr>
          <p:cNvPr id="7" name="Text 5"/>
          <p:cNvSpPr/>
          <p:nvPr/>
        </p:nvSpPr>
        <p:spPr>
          <a:xfrm>
            <a:off x="563728" y="167335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click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56308" y="178308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9" name="Shape 7"/>
          <p:cNvSpPr/>
          <p:nvPr/>
        </p:nvSpPr>
        <p:spPr>
          <a:xfrm>
            <a:off x="2430628" y="1417320"/>
            <a:ext cx="159258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0" name="Text 8"/>
          <p:cNvSpPr/>
          <p:nvPr/>
        </p:nvSpPr>
        <p:spPr>
          <a:xfrm>
            <a:off x="2476348" y="167335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apiRequest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68928" y="178308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248" y="1417320"/>
            <a:ext cx="159258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4388968" y="167335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AccessGuard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81548" y="178308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1417320"/>
            <a:ext cx="159258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1588" y="167335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94168" y="178308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68488" y="1417320"/>
            <a:ext cx="159258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9" name="Text 17"/>
          <p:cNvSpPr/>
          <p:nvPr/>
        </p:nvSpPr>
        <p:spPr>
          <a:xfrm>
            <a:off x="8214208" y="167335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806788" y="178308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81108" y="1417320"/>
            <a:ext cx="159258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22" name="Text 20"/>
          <p:cNvSpPr/>
          <p:nvPr/>
        </p:nvSpPr>
        <p:spPr>
          <a:xfrm>
            <a:off x="10126828" y="167335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/ GL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65176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UI: React page or form calls a feature API helper (for example finalizeInvoice).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apiRequest: adds cookies (credentials include), CSRF header on POST/PATCH/DELETE, optional X-Branch-Ids, JSON body.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AccessGuard: session cookie → resolve user; reject 401; MFA pending → 403; CSRF check on unsafe methods; RequirePermissions.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Controller: validates DTO (whitelist / forbid unknown fields), passes AccessContext + body.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business rules, document numbers, then AccountingPostingService when money moves.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PostgreSQL: masters, documents, journal_entries + journal_lines; Redis for queues; audit_events append-only.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travels on every API call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Cookies, headers, and why the browser never owns money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from the browser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solar_session (HTTP-only) — proves who you are.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solar_csrf (readable) — copied into X-CSRF-Token on mutations.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X-Branch-Ids when a subset of branches is selected.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body with decimal-string amounts (never raw JS floats for money).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credentials: include so cross-origin Vercel→API cookies work when CORS allows WEB_ORIGIN.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hash lookup; locked/suspended users rejected.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list from roles; missing permission → 403.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scope: company-wide roles or user_branch_assignments only.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X-Branch-Ids can only narrow your own scope — never expand it.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Totals for screens and PDFs are computed or stored by the API and returned as strings.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Sign in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do → what the API does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email + password on /login.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prompted, enter TOTP from your authenticator (privileged roles).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privileged login without MFA, complete enroll → verify.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success, the shell loads and navigation appears for your permissions.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/auth/login — Argon2id verify; same error if email missing or password wrong.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count increments; at 5 failures lock 15 minutes.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success: create session row, set solar_session + solar_csrf cookies, write audit auth.login (or mfa_enrollment_required).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roles without MFA stay mfaPending until verify clears it.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requests: AccessGuard loads session → permissions → branch scope.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Change branch filter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selection narrows every later query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All branches, one branch, or several from the header dropdown.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store updates selectedBranchIds; setActiveBranchFilter updates the API client.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and detail pages refetch with the new filter.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Background: each request sends X-Branch-Ids. Guard narrows AccessContext.scope to those IDs if they are inside your assignments.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and stock queries use branchId filters so another branch’s rows never appear.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Company-wide roles can see all branches until they voluntarily narrow; restricted roles never see unassigned branches.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Open Dashboard / change dates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are aggregates of posted journal lines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on / after login.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preset (This month, custom range, etc.).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KPI card to open detail lines.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charts for revenue, expenses, branch sales/profit, cash movement.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/dashboard/summary with preset/from/to.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DashboardService sums posted journal lines in scope and date range (Lagos timezone for presets).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decimal strings: sales, purchases, gross profit, expenses, cash, AR, AP, inventory, etc.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 = revenue − COS − operating expenses from lines — not recalculated in React.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route loads the exact journal lines that make up that metric.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ledger → all 0.0000 and empty lists.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Create &amp; finalize a sales invoice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tax, stock, and COGS post together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on finalize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Customers: create customer linked to a branch.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Sales: draft invoice with lines (product, qty, price, tax).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start from an accepted quotation (quotation itself never posted revenue).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/ post the invoice.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Later: take a receipt and allocate to open invoices.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draft, credit limit (credit sales), serials if tracked.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invoice number via SELECT … FOR UPDATE on document_sequences.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journal lines from account mappings (AR/cash, revenue, tax, COGS, inventory).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postSystemDocument → balanced journal → status posted; stock movements reduce available qty at WAC.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row stores totals as decimals and journalEntryId.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later: cash/bank + AR (or advance); allocations cannot exceed open balance; no second revenue post.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Credit note / return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Reverses revenue and inventory at original cost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request a return from a posted invoice, approve, inspect accepted qty, then post.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Background: validates quantities ≤ invoice lines; refund path checks amounts already received.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creates a credit note journal reversing revenue/tax and restoring inventory at the invoice line cost.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open balance decreases; stock positions increase for accepted product returns.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shows API-calculated grand totals only.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Purchase order → receive → bill → pay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has no GL; GRN and bill 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18008" y="1371600"/>
            <a:ext cx="1592580" cy="960120"/>
          </a:xfrm>
          <a:prstGeom prst="roundRect">
            <a:avLst/>
          </a:prstGeom>
          <a:solidFill>
            <a:srgbClr val="1B6CA8"/>
          </a:solidFill>
          <a:ln/>
        </p:spPr>
      </p:sp>
      <p:sp>
        <p:nvSpPr>
          <p:cNvPr id="7" name="Text 5"/>
          <p:cNvSpPr/>
          <p:nvPr/>
        </p:nvSpPr>
        <p:spPr>
          <a:xfrm>
            <a:off x="563728" y="162763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56308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9" name="Shape 7"/>
          <p:cNvSpPr/>
          <p:nvPr/>
        </p:nvSpPr>
        <p:spPr>
          <a:xfrm>
            <a:off x="2430628" y="1371600"/>
            <a:ext cx="159258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0" name="Text 8"/>
          <p:cNvSpPr/>
          <p:nvPr/>
        </p:nvSpPr>
        <p:spPr>
          <a:xfrm>
            <a:off x="2476348" y="162763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68928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248" y="1371600"/>
            <a:ext cx="159258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4388968" y="162763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81548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1371600"/>
            <a:ext cx="159258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1588" y="162763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94168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68488" y="1371600"/>
            <a:ext cx="159258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9" name="Text 17"/>
          <p:cNvSpPr/>
          <p:nvPr/>
        </p:nvSpPr>
        <p:spPr>
          <a:xfrm>
            <a:off x="8214208" y="162763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806788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81108" y="1371600"/>
            <a:ext cx="159258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22" name="Text 20"/>
          <p:cNvSpPr/>
          <p:nvPr/>
        </p:nvSpPr>
        <p:spPr>
          <a:xfrm>
            <a:off x="10126828" y="1627632"/>
            <a:ext cx="15011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6060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Create/submit PO: stores lines and totals; no journal. Central mode requires company-wide user.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Approve: different user; branch approver capped by company purchaseApprovalLimit; overage needs company-wide approver.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GRN: increases warehouse stock, recalculates WAC, posts Inventory vs GRNI through posting engine.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bill: clears GRNI, records price difference if any, creates AP; bank details stay masked in responses.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Payment: settles bills or records supplier deposit; posts AP and cash/bank; duplicate over-allocation rejected.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Stock transfer / count / serial sale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journals keep company total coherent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(you)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(background)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transfer between branches/warehouses.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user approves.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Ship, then receive at destination.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Ship: Dr Inventory in Transit / Cr source Inventory at current cost.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Receive: Dr destination Inventory / Cr In Transit.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inventory value unchanged; available qty excludes in-transit.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 book qty stored; different user posts variance to expense/income + inventory.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sale: requires one in-stock serial per unit; marks serial sold to customer/invoice.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Submit, approve, and pay an expense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cannot approve; payee path is separate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83868" y="1417320"/>
            <a:ext cx="1965960" cy="960120"/>
          </a:xfrm>
          <a:prstGeom prst="roundRect">
            <a:avLst/>
          </a:prstGeom>
          <a:solidFill>
            <a:srgbClr val="1B6CA8"/>
          </a:solidFill>
          <a:ln/>
        </p:spPr>
      </p:sp>
      <p:sp>
        <p:nvSpPr>
          <p:cNvPr id="7" name="Text 5"/>
          <p:cNvSpPr/>
          <p:nvPr/>
        </p:nvSpPr>
        <p:spPr>
          <a:xfrm>
            <a:off x="1729588" y="16733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95548" y="178308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9" name="Shape 7"/>
          <p:cNvSpPr/>
          <p:nvPr/>
        </p:nvSpPr>
        <p:spPr>
          <a:xfrm>
            <a:off x="3969868" y="1417320"/>
            <a:ext cx="196596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0" name="Text 8"/>
          <p:cNvSpPr/>
          <p:nvPr/>
        </p:nvSpPr>
        <p:spPr>
          <a:xfrm>
            <a:off x="4015588" y="16733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81548" y="178308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55868" y="1417320"/>
            <a:ext cx="196596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6301588" y="16733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67548" y="178308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5" name="Shape 13"/>
          <p:cNvSpPr/>
          <p:nvPr/>
        </p:nvSpPr>
        <p:spPr>
          <a:xfrm>
            <a:off x="8541868" y="1417320"/>
            <a:ext cx="1965960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6" name="Text 14"/>
          <p:cNvSpPr/>
          <p:nvPr/>
        </p:nvSpPr>
        <p:spPr>
          <a:xfrm>
            <a:off x="8587588" y="16733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265176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stores category, amount (decimal string), receipt attachment metadata.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moves to pending; notifications can alert approvers.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Approve: separation of duties; level/limit rules; may debit expense + credit accrued (tax to prepaid when mapped).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check can reject approval if the month would exceed the budget.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Pay: different user; clears accrual from a postable cash account; second payment rejected.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posts nothing to the ledger.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Bank transfer, cash count, reconcile statement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balance always from journals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transfer/deposit between cash/bank accounts.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 cash drawer and submit counted amount.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statement CSV or add a line; match suggestions; lock when done.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Transfer: Dr destination / Cr source (same-day). Later receipt uses transfers-in-transit account — never income/expense.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count: compare counted vs book; different user posts shortage (expense) or overage (income).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match links lines to journal lines / documents; charges/interest post via engine.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by different user freezes further edits.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book API aggregates posted cash/bank lines for opening/receipts/payments/closing.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Project deposit, issue materials, milestone invoice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≠ revenue until milestones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project with contract/quotation/budget — draft stores data only.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deposit: Dr cash/bank / Cr customer advances + advance receipt document; revenue unchanged.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materials (available qty down); different user approves issue.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issue: Dr WIP / Cr Inventory once at cost. Maintenance may hit installation expense immediately.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invoice: Dr AR / Cr installation revenue; cost = remaining WIP × (milestone ÷ contract), capped at remaining WIP.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profitability reads journals overlapping the selected dates.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Run a financial report or export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calculation path for screen, PDF, Excel, CSV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open Reports, pick type (TB, P&amp;L, BS, CF, AR, AP, inventory, assets), dates, optional format.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GET/POST report endpoints require reports.view and company or branch report permission.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ReportsService reads posted journal lines in scope; builds rows and decimal totals.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supports period compare, YTD, branch columns, budget; BS includes current-year profit and clearing so A = L+E.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uses the indirect method; internal cash↔bank transfers do not invent profit.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serializers reuse the same row arrays — downloads cannot disagree with the on-screen table.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Daily close and period lock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≠ preparer; lock stops ordinary posting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close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/ year close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prepare the branch day (or view stored figures).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aggregates sales, collections, credit sales, expenses, refunds, exceptions, cash difference from posted activity.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user reviews; stored JSON keeps the day’s figures.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closing → complete checklist tasks → second person locks.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period: posting engine rejects normal posts.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Year-end: snapshot statements, close P&amp;L to retained earnings, open next year.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Reopen needs permission + reason; audited.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Enter payroll summary and pay salaries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payroll numbers enter through the posting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page edits HR fields only — no salary stored on the person row.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a payroll summary (gross, net, deductions) for a period/branch.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user approves → posts salary expense, PAYE/pension (etc.) liabilities, salaries payable (2300).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settles one or more summaries (partial allowed); reduces 2300 and credits cash/bank.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payables on screen agree with control account 2300 from journals.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Settings, documents, notifications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changes are audited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0" y="1234440"/>
            <a:ext cx="5577840" cy="493776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company, templates, mappings, tax codes, policies, delegations, separation rules.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managed documents (PDF/PNG/JPEG/CSV, ≤ 2 MB).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notifications; refresh alerts; mark read.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audit history.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PATCH/POST write rows + AuditService.record with redacted secrets.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Documents: MIME/size checks, branch scope, bytes in Postgres; logo is a managed document.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refresh scans overdue invoices, low stock, bills due, failed postings, closing reminders.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table trigger rejects UPDATE/DELETE of audit rows.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mapping edits change how future posting events resolve accounts.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Historical CSV import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pipeline; unbalanced openings cannot commit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18008" y="1371600"/>
            <a:ext cx="1319349" cy="960120"/>
          </a:xfrm>
          <a:prstGeom prst="roundRect">
            <a:avLst/>
          </a:prstGeom>
          <a:solidFill>
            <a:srgbClr val="1B6CA8"/>
          </a:solidFill>
          <a:ln/>
        </p:spPr>
      </p:sp>
      <p:sp>
        <p:nvSpPr>
          <p:cNvPr id="7" name="Text 5"/>
          <p:cNvSpPr/>
          <p:nvPr/>
        </p:nvSpPr>
        <p:spPr>
          <a:xfrm>
            <a:off x="563728" y="1627632"/>
            <a:ext cx="12279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83076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9" name="Shape 7"/>
          <p:cNvSpPr/>
          <p:nvPr/>
        </p:nvSpPr>
        <p:spPr>
          <a:xfrm>
            <a:off x="2157396" y="1371600"/>
            <a:ext cx="1319349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0" name="Text 8"/>
          <p:cNvSpPr/>
          <p:nvPr/>
        </p:nvSpPr>
        <p:spPr>
          <a:xfrm>
            <a:off x="2203116" y="1627632"/>
            <a:ext cx="12279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22465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2" name="Shape 10"/>
          <p:cNvSpPr/>
          <p:nvPr/>
        </p:nvSpPr>
        <p:spPr>
          <a:xfrm>
            <a:off x="3796785" y="1371600"/>
            <a:ext cx="1319349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842505" y="1627632"/>
            <a:ext cx="12279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61853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5" name="Shape 13"/>
          <p:cNvSpPr/>
          <p:nvPr/>
        </p:nvSpPr>
        <p:spPr>
          <a:xfrm>
            <a:off x="5436173" y="1371600"/>
            <a:ext cx="1319349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1893" y="1627632"/>
            <a:ext cx="12279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01242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8" name="Shape 16"/>
          <p:cNvSpPr/>
          <p:nvPr/>
        </p:nvSpPr>
        <p:spPr>
          <a:xfrm>
            <a:off x="7075562" y="1371600"/>
            <a:ext cx="1319349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19" name="Text 17"/>
          <p:cNvSpPr/>
          <p:nvPr/>
        </p:nvSpPr>
        <p:spPr>
          <a:xfrm>
            <a:off x="7121282" y="1627632"/>
            <a:ext cx="12279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440630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21" name="Shape 19"/>
          <p:cNvSpPr/>
          <p:nvPr/>
        </p:nvSpPr>
        <p:spPr>
          <a:xfrm>
            <a:off x="8714950" y="1371600"/>
            <a:ext cx="1319349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22" name="Text 20"/>
          <p:cNvSpPr/>
          <p:nvPr/>
        </p:nvSpPr>
        <p:spPr>
          <a:xfrm>
            <a:off x="8760670" y="1627632"/>
            <a:ext cx="12279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080019" y="1737360"/>
            <a:ext cx="228600" cy="201168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24" name="Shape 22"/>
          <p:cNvSpPr/>
          <p:nvPr/>
        </p:nvSpPr>
        <p:spPr>
          <a:xfrm>
            <a:off x="10354339" y="1371600"/>
            <a:ext cx="1319349" cy="960120"/>
          </a:xfrm>
          <a:prstGeom prst="roundRect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/>
          <p:nvPr/>
        </p:nvSpPr>
        <p:spPr>
          <a:xfrm>
            <a:off x="10400059" y="1627632"/>
            <a:ext cx="12279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26060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Upload: base64 CSV ≤ 2 MB → import_batches status uploaded (bytes stored).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Parse: CSV → import_rows raw JSON.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Validate: type rules + duplicates; reconciliation for TB/bank (debit must equal credit).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sample rows + checklist; Approve must be a different imports.manage user; error/duplicate/unbalanced rejected.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Commit: masters via domain creates; opening stock/bank/TB via importOpeningBalances (not direct journal_line inserts).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Report: stored JSON on the batch; audits imports.approved / imports.committed.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dive: AccountingPostingService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writer of financial journals</a:t>
            </a:r>
            <a:endParaRPr lang="en-US" sz="1200" dirty="0"/>
          </a:p>
        </p:txBody>
      </p:sp>
      <p:pic>
        <p:nvPicPr>
          <p:cNvPr id="6" name="Image 0" descr="C:\Users\HomePC\Documents\accounting_software\docs\presentations\assets\posting-eng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280160"/>
            <a:ext cx="356616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280160"/>
            <a:ext cx="74980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never insert journal lines themselves.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postEvent / postSystemDocument / importOpeningBalances / reverse all go through saveJournal.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debit=credit, active postable accounts, branch exists, period open (or adjustment).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mode reconciles detail kinds (cash, bank, inventory qty×cost, equity, AR/AP, assets) to control accounts.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journals immutable; reversal creates opposite linked journal once.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attempts can be recorded and surface as notifications.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and reports only trust status=posted lines.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rejections (and why)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fails closed on money and security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— no session cookie or expired session.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— missing permission, CSRF missing/wrong, MFA not finished, branch outside scope, approving your own restricted action.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— unbalanced journal, closed period, allocation &gt; open balance, duplicate payment, bad MIME/size, unbalanced import TB.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— unique document number / business uniqueness conflicts.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shows API error messages; it does not invent fallback totals.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64592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 to remember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app; trust the ledger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are windows onto PostgreSQL documents and posted journals.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changes money, stock value, or control accounts — the posting engine ran.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only stores a draft (quotation, open PO, draft expense) — no GL yet.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and imports require a second person where separation is configured.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filters and permissions shape every query; they are not cosmetic.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NGN amounts cross the wire as decimal strings with four decimal places.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Accounting · How it works · Confidential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55680" y="65653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omePC\Documents\accounting_software\docs\presentations\assets\hero-solar-busine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2286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UI for workflow.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6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owns the truth of every naira.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also: Solar-Accounting-System.pptx · docs/critical-workflows.md · docs/vercel-online-database.md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It Works — User Guide &amp; Background</dc:title>
  <dc:subject>Using the system and what happens behind every action</dc:subject>
  <dc:creator>Solar &amp; Inverter Co.</dc:creator>
  <cp:lastModifiedBy>Solar &amp; Inverter Co.</cp:lastModifiedBy>
  <cp:revision>1</cp:revision>
  <dcterms:created xsi:type="dcterms:W3CDTF">2026-10-11T08:16:30Z</dcterms:created>
  <dcterms:modified xsi:type="dcterms:W3CDTF">2026-10-11T08:16:30Z</dcterms:modified>
</cp:coreProperties>
</file>